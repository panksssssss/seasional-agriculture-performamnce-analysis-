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76502" y="4087778"/>
            <a:ext cx="7277100" cy="861497"/>
          </a:xfrm>
        </p:spPr>
        <p:txBody>
          <a:bodyPr vert="horz" lIns="91440" tIns="45720" rIns="91440" bIns="45720" rtlCol="0" anchor="t">
            <a:normAutofit/>
          </a:bodyPr>
          <a:lstStyle/>
          <a:p>
            <a:pPr algn="r"/>
            <a:r>
              <a:rPr lang="en-US" b="0" dirty="0">
                <a:solidFill>
                  <a:schemeClr val="tx1"/>
                </a:solidFill>
              </a:rPr>
              <a:t>College Name-</a:t>
            </a:r>
            <a:r>
              <a:rPr lang="en-US" b="0" dirty="0" err="1">
                <a:solidFill>
                  <a:schemeClr val="tx1"/>
                </a:solidFill>
              </a:rPr>
              <a:t>SMT.Chandibai</a:t>
            </a:r>
            <a:r>
              <a:rPr lang="en-US" b="0" dirty="0">
                <a:solidFill>
                  <a:schemeClr val="tx1"/>
                </a:solidFill>
              </a:rPr>
              <a:t> </a:t>
            </a:r>
            <a:r>
              <a:rPr lang="en-US" b="0" dirty="0" err="1">
                <a:solidFill>
                  <a:schemeClr val="tx1"/>
                </a:solidFill>
              </a:rPr>
              <a:t>Himatmal</a:t>
            </a:r>
            <a:r>
              <a:rPr lang="en-US" b="0" dirty="0">
                <a:solidFill>
                  <a:schemeClr val="tx1"/>
                </a:solidFill>
              </a:rPr>
              <a:t> </a:t>
            </a:r>
            <a:r>
              <a:rPr lang="en-US" b="0" dirty="0" err="1">
                <a:solidFill>
                  <a:schemeClr val="tx1"/>
                </a:solidFill>
              </a:rPr>
              <a:t>Mansukani</a:t>
            </a:r>
            <a:r>
              <a:rPr lang="en-US" b="0" dirty="0">
                <a:solidFill>
                  <a:schemeClr val="tx1"/>
                </a:solidFill>
              </a:rPr>
              <a:t> College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360246" y="4576469"/>
            <a:ext cx="5685990" cy="369332"/>
          </a:xfrm>
          <a:prstGeom prst="rect">
            <a:avLst/>
          </a:prstGeom>
          <a:noFill/>
        </p:spPr>
        <p:txBody>
          <a:bodyPr wrap="square" rtlCol="0">
            <a:spAutoFit/>
          </a:bodyPr>
          <a:lstStyle/>
          <a:p>
            <a:r>
              <a:rPr lang="en-US" b="1" dirty="0"/>
              <a:t>AICTE STU ID :  STU6a564b83a31ff1784040323 </a:t>
            </a:r>
          </a:p>
        </p:txBody>
      </p:sp>
      <p:sp>
        <p:nvSpPr>
          <p:cNvPr id="5" name="TextBox 4">
            <a:extLst>
              <a:ext uri="{FF2B5EF4-FFF2-40B4-BE49-F238E27FC236}">
                <a16:creationId xmlns:a16="http://schemas.microsoft.com/office/drawing/2014/main" id="{872CDB4F-147F-B18F-FC99-6D9165BFFFF3}"/>
              </a:ext>
            </a:extLst>
          </p:cNvPr>
          <p:cNvSpPr txBox="1"/>
          <p:nvPr/>
        </p:nvSpPr>
        <p:spPr>
          <a:xfrm>
            <a:off x="3256371" y="2939396"/>
            <a:ext cx="5505063" cy="369332"/>
          </a:xfrm>
          <a:prstGeom prst="rect">
            <a:avLst/>
          </a:prstGeom>
          <a:noFill/>
        </p:spPr>
        <p:txBody>
          <a:bodyPr wrap="square" rtlCol="0">
            <a:spAutoFit/>
          </a:bodyPr>
          <a:lstStyle/>
          <a:p>
            <a:r>
              <a:rPr lang="en-IN" dirty="0"/>
              <a:t>Seasonal Agriculture Performance Analysis</a:t>
            </a:r>
          </a:p>
        </p:txBody>
      </p:sp>
      <p:sp>
        <p:nvSpPr>
          <p:cNvPr id="9" name="TextBox 8">
            <a:extLst>
              <a:ext uri="{FF2B5EF4-FFF2-40B4-BE49-F238E27FC236}">
                <a16:creationId xmlns:a16="http://schemas.microsoft.com/office/drawing/2014/main" id="{68A1C603-374C-C746-477C-2DCA742018DA}"/>
              </a:ext>
            </a:extLst>
          </p:cNvPr>
          <p:cNvSpPr txBox="1"/>
          <p:nvPr/>
        </p:nvSpPr>
        <p:spPr>
          <a:xfrm>
            <a:off x="370882" y="3668884"/>
            <a:ext cx="6190860" cy="369332"/>
          </a:xfrm>
          <a:prstGeom prst="rect">
            <a:avLst/>
          </a:prstGeom>
          <a:noFill/>
        </p:spPr>
        <p:txBody>
          <a:bodyPr wrap="square">
            <a:spAutoFit/>
          </a:bodyPr>
          <a:lstStyle/>
          <a:p>
            <a:r>
              <a:rPr lang="en-IN" dirty="0"/>
              <a:t>Student Name –Pankaj Sharma</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625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a:t>
            </a:r>
          </a:p>
          <a:p>
            <a:pPr>
              <a:lnSpc>
                <a:spcPct val="100000"/>
              </a:lnSpc>
            </a:pPr>
            <a:r>
              <a:rPr lang="en-US" sz="2800" dirty="0"/>
              <a:t> However, raw agricultural data does not clearly explain how agricultural performance changes across seasons or what patterns can be observed in different seasonal conditions. </a:t>
            </a:r>
          </a:p>
          <a:p>
            <a:pPr>
              <a:lnSpc>
                <a:spcPct val="100000"/>
              </a:lnSpc>
            </a:pPr>
            <a:r>
              <a:rPr lang="en-US" sz="2800" dirty="0"/>
              <a:t>The problem is to analyze the given agricultural dataset and investigate seasonal differences in agricultural performance by identifying meaningful patterns, trends, relationships and variations within the available data. </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Autofit/>
          </a:bodyPr>
          <a:lstStyle/>
          <a:p>
            <a:r>
              <a:rPr lang="en-GB" sz="4300" dirty="0"/>
              <a:t>Project Description</a:t>
            </a:r>
            <a:br>
              <a:rPr lang="en-GB" sz="1200" dirty="0"/>
            </a:br>
            <a:br>
              <a:rPr lang="en-GB" sz="1200" dirty="0"/>
            </a:br>
            <a:r>
              <a:rPr lang="en-IN" sz="1600" b="0" dirty="0"/>
              <a:t>Agricultural Seasonal Performance Analysis is a data analysis project designed to study and evaluate agricultural production across different seasons. The project uses agricultural data such as  type, season, cultivated area, production, and other relevant factors to identify seasonal patterns and variations in crop performance.</a:t>
            </a:r>
            <a:br>
              <a:rPr lang="en-IN" sz="1600" b="0" dirty="0"/>
            </a:br>
            <a:br>
              <a:rPr lang="en-IN" sz="1600" b="0" dirty="0"/>
            </a:br>
            <a:r>
              <a:rPr lang="en-IN" sz="1600" b="0" dirty="0"/>
              <a:t>The data is cleaned and analyzed using Python, Pandas, NumPy, Matplotlib, and Seaborn. Exploratory Data Analysis (EDA) is performed to understand the relationship between cultivated area and production and to compare agricultural performance across different seasons.</a:t>
            </a:r>
            <a:br>
              <a:rPr lang="en-IN" sz="1600" b="0" dirty="0"/>
            </a:br>
            <a:br>
              <a:rPr lang="en-IN" sz="1600" b="0" dirty="0"/>
            </a:br>
            <a:r>
              <a:rPr lang="en-IN" sz="1600" b="0" dirty="0"/>
              <a:t>The main objective of the project is to provide a clear understanding of seasonal agricultural performance and support better decision-making for crop planning, resource management, and productivity improvement</a:t>
            </a:r>
            <a:r>
              <a:rPr lang="en-IN" sz="1600" dirty="0"/>
              <a:t>.</a:t>
            </a:r>
            <a:br>
              <a:rPr lang="en-GB" sz="1600" dirty="0"/>
            </a:br>
            <a:endParaRPr lang="en-IN" sz="16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47500" lnSpcReduction="20000"/>
          </a:bodyPr>
          <a:lstStyle/>
          <a:p>
            <a:pPr lvl="0"/>
            <a:r>
              <a:rPr lang="en-IN" sz="3600" b="1" dirty="0"/>
              <a:t>Farmers</a:t>
            </a:r>
            <a:r>
              <a:rPr lang="en-IN" sz="3600" dirty="0"/>
              <a:t> – To understand which seasons and crops provide better production.</a:t>
            </a:r>
          </a:p>
          <a:p>
            <a:pPr lvl="0"/>
            <a:r>
              <a:rPr lang="en-IN" sz="3600" b="1" dirty="0"/>
              <a:t>Agricultural Planners</a:t>
            </a:r>
            <a:r>
              <a:rPr lang="en-IN" sz="3600" dirty="0"/>
              <a:t> – To plan crop cultivation and allocate resources effectively.</a:t>
            </a:r>
          </a:p>
          <a:p>
            <a:pPr lvl="0"/>
            <a:r>
              <a:rPr lang="en-IN" sz="3600" b="1" dirty="0"/>
              <a:t>Government Agricultural Departments</a:t>
            </a:r>
            <a:r>
              <a:rPr lang="en-IN" sz="3600" dirty="0"/>
              <a:t> – To develop agricultural policies and support programs.</a:t>
            </a:r>
          </a:p>
          <a:p>
            <a:pPr lvl="0"/>
            <a:r>
              <a:rPr lang="en-IN" sz="3600" b="1" dirty="0"/>
              <a:t>Agricultural Researchers</a:t>
            </a:r>
            <a:r>
              <a:rPr lang="en-IN" sz="3600" dirty="0"/>
              <a:t> – To study seasonal trends and productivity.</a:t>
            </a:r>
          </a:p>
          <a:p>
            <a:pPr lvl="0"/>
            <a:r>
              <a:rPr lang="en-IN" sz="3600" b="1" dirty="0"/>
              <a:t>Agribusiness Companies</a:t>
            </a:r>
            <a:r>
              <a:rPr lang="en-IN" sz="3600" dirty="0"/>
              <a:t> – To understand production trends for supply and market planning.</a:t>
            </a:r>
          </a:p>
          <a:p>
            <a:pPr lvl="0"/>
            <a:r>
              <a:rPr lang="en-IN" sz="3600" b="1" dirty="0"/>
              <a:t>Agricultural Consultants</a:t>
            </a:r>
            <a:r>
              <a:rPr lang="en-IN" sz="3600" dirty="0"/>
              <a:t> – To provide data-based recommendations to farmers.</a:t>
            </a:r>
          </a:p>
          <a:p>
            <a:r>
              <a:rPr lang="en-IN" sz="3600" b="1" dirty="0"/>
              <a:t>Primary end user:</a:t>
            </a:r>
            <a:r>
              <a:rPr lang="en-IN" sz="3600" dirty="0"/>
              <a:t> </a:t>
            </a:r>
            <a:r>
              <a:rPr lang="en-IN" sz="3600" b="1" dirty="0"/>
              <a:t>Farmers and agricultural planners</a:t>
            </a:r>
            <a:r>
              <a:rPr lang="en-IN" sz="3600" dirty="0"/>
              <a:t>, because they can use the analysis to make better decisions about crop selection, cultivation, and resource management.</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a:bodyPr>
          <a:lstStyle/>
          <a:p>
            <a:pPr lvl="0"/>
            <a:r>
              <a:rPr lang="en-IN" b="1" dirty="0"/>
              <a:t>Python</a:t>
            </a:r>
            <a:r>
              <a:rPr lang="en-IN" dirty="0"/>
              <a:t> – Main programming language for data analysis.</a:t>
            </a:r>
          </a:p>
          <a:p>
            <a:pPr lvl="0"/>
            <a:r>
              <a:rPr lang="en-IN" b="1" dirty="0"/>
              <a:t>Pandas</a:t>
            </a:r>
            <a:r>
              <a:rPr lang="en-IN" dirty="0"/>
              <a:t> – Data cleaning, manipulation, and analysis.</a:t>
            </a:r>
          </a:p>
          <a:p>
            <a:pPr lvl="0"/>
            <a:r>
              <a:rPr lang="en-IN" b="1" dirty="0"/>
              <a:t>NumPy</a:t>
            </a:r>
            <a:r>
              <a:rPr lang="en-IN" dirty="0"/>
              <a:t> – Numerical calculations and data processing.</a:t>
            </a:r>
          </a:p>
          <a:p>
            <a:pPr lvl="0"/>
            <a:r>
              <a:rPr lang="en-IN" b="1" dirty="0"/>
              <a:t>Matplotlib</a:t>
            </a:r>
            <a:r>
              <a:rPr lang="en-IN" dirty="0"/>
              <a:t> – Creating charts and graphs.</a:t>
            </a:r>
          </a:p>
          <a:p>
            <a:pPr lvl="0"/>
            <a:r>
              <a:rPr lang="en-IN" b="1" dirty="0"/>
              <a:t>Seaborn</a:t>
            </a:r>
            <a:r>
              <a:rPr lang="en-IN" dirty="0"/>
              <a:t> – Creating statistical visualizations.</a:t>
            </a:r>
          </a:p>
          <a:p>
            <a:pPr lvl="0"/>
            <a:r>
              <a:rPr lang="en-IN" b="1" dirty="0"/>
              <a:t>Jupyter Notebook </a:t>
            </a:r>
            <a:r>
              <a:rPr lang="en-IN" dirty="0"/>
              <a:t>– Environment used to write and execute Python code.</a:t>
            </a:r>
          </a:p>
          <a:p>
            <a:pPr lvl="0"/>
            <a:r>
              <a:rPr lang="en-IN" b="1" dirty="0"/>
              <a:t>CSV Dataset</a:t>
            </a:r>
            <a:r>
              <a:rPr lang="en-IN" dirty="0"/>
              <a:t> – Used to store and </a:t>
            </a:r>
            <a:r>
              <a:rPr lang="en-IN" dirty="0" err="1"/>
              <a:t>analyze</a:t>
            </a:r>
            <a:r>
              <a:rPr lang="en-IN" dirty="0"/>
              <a:t> agricultural data.</a:t>
            </a:r>
          </a:p>
          <a:p>
            <a:r>
              <a:rPr lang="en-IN" b="1" dirty="0"/>
              <a:t>Main Technology Stack:</a:t>
            </a:r>
            <a:br>
              <a:rPr lang="en-IN" dirty="0"/>
            </a:br>
            <a:r>
              <a:rPr lang="en-IN" b="1" dirty="0"/>
              <a:t>Python + Pandas + NumPy + Matplotlib + Seaborn</a:t>
            </a:r>
            <a:endParaRPr lang="en-IN"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BC30091-D553-6CC6-3907-F9907A5BB9DA}"/>
              </a:ext>
            </a:extLst>
          </p:cNvPr>
          <p:cNvPicPr>
            <a:picLocks noChangeAspect="1"/>
          </p:cNvPicPr>
          <p:nvPr/>
        </p:nvPicPr>
        <p:blipFill>
          <a:blip r:embed="rId3"/>
          <a:stretch>
            <a:fillRect/>
          </a:stretch>
        </p:blipFill>
        <p:spPr>
          <a:xfrm>
            <a:off x="93472" y="1282913"/>
            <a:ext cx="8664691" cy="474005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62E407C-7BEB-4E1B-6FF8-B8ED0B41C563}"/>
              </a:ext>
            </a:extLst>
          </p:cNvPr>
          <p:cNvPicPr>
            <a:picLocks noChangeAspect="1"/>
          </p:cNvPicPr>
          <p:nvPr/>
        </p:nvPicPr>
        <p:blipFill>
          <a:blip r:embed="rId3"/>
          <a:stretch>
            <a:fillRect/>
          </a:stretch>
        </p:blipFill>
        <p:spPr>
          <a:xfrm>
            <a:off x="612008" y="1190649"/>
            <a:ext cx="6283086" cy="527099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39C1D9D-3C0B-6B7F-FBF8-496EE42D29C9}"/>
              </a:ext>
            </a:extLst>
          </p:cNvPr>
          <p:cNvPicPr>
            <a:picLocks noChangeAspect="1"/>
          </p:cNvPicPr>
          <p:nvPr/>
        </p:nvPicPr>
        <p:blipFill>
          <a:blip r:embed="rId3"/>
          <a:stretch>
            <a:fillRect/>
          </a:stretch>
        </p:blipFill>
        <p:spPr>
          <a:xfrm>
            <a:off x="583333" y="1158789"/>
            <a:ext cx="6751905" cy="5380186"/>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C33A5856-CCF7-F8AF-5A78-04CA42865B54}"/>
              </a:ext>
            </a:extLst>
          </p:cNvPr>
          <p:cNvPicPr>
            <a:picLocks noChangeAspect="1"/>
          </p:cNvPicPr>
          <p:nvPr/>
        </p:nvPicPr>
        <p:blipFill>
          <a:blip r:embed="rId3"/>
          <a:stretch>
            <a:fillRect/>
          </a:stretch>
        </p:blipFill>
        <p:spPr>
          <a:xfrm>
            <a:off x="731027" y="1338065"/>
            <a:ext cx="5464500" cy="504407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8B24A308-A837-7F64-9DA1-2066030AA529}"/>
              </a:ext>
            </a:extLst>
          </p:cNvPr>
          <p:cNvPicPr>
            <a:picLocks noChangeAspect="1"/>
          </p:cNvPicPr>
          <p:nvPr/>
        </p:nvPicPr>
        <p:blipFill>
          <a:blip r:embed="rId3"/>
          <a:stretch>
            <a:fillRect/>
          </a:stretch>
        </p:blipFill>
        <p:spPr>
          <a:xfrm>
            <a:off x="615711" y="1234649"/>
            <a:ext cx="5959356" cy="4979539"/>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E20C1-8CD7-8B4C-DAB9-CE8F9C4F064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9D14828-2C0D-AE9B-4DAB-3389207E9CB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CD5E101-7D8C-BB9C-37AD-633D98E9E1F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647033E-46E8-76C0-CBD2-9AF83FC39DC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8E1CC16-D7D4-1F52-7A8D-2CD5E79D62A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58D25C7E-0DDE-262F-72EC-4EF2492D6926}"/>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4CEC3AD3-AB44-5CDE-88E9-3326D7C8F930}"/>
              </a:ext>
            </a:extLst>
          </p:cNvPr>
          <p:cNvPicPr>
            <a:picLocks noChangeAspect="1"/>
          </p:cNvPicPr>
          <p:nvPr/>
        </p:nvPicPr>
        <p:blipFill>
          <a:blip r:embed="rId3"/>
          <a:stretch>
            <a:fillRect/>
          </a:stretch>
        </p:blipFill>
        <p:spPr>
          <a:xfrm>
            <a:off x="680840" y="1143214"/>
            <a:ext cx="6706181" cy="5145619"/>
          </a:xfrm>
          <a:prstGeom prst="rect">
            <a:avLst/>
          </a:prstGeom>
        </p:spPr>
      </p:pic>
    </p:spTree>
    <p:extLst>
      <p:ext uri="{BB962C8B-B14F-4D97-AF65-F5344CB8AC3E}">
        <p14:creationId xmlns:p14="http://schemas.microsoft.com/office/powerpoint/2010/main" val="652499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B3DEB9D1-1BD1-DA77-2E5D-17C5FBF10916}"/>
              </a:ext>
            </a:extLst>
          </p:cNvPr>
          <p:cNvSpPr txBox="1"/>
          <p:nvPr/>
        </p:nvSpPr>
        <p:spPr>
          <a:xfrm>
            <a:off x="541166" y="1435113"/>
            <a:ext cx="6102220" cy="4478149"/>
          </a:xfrm>
          <a:prstGeom prst="rect">
            <a:avLst/>
          </a:prstGeom>
          <a:noFill/>
        </p:spPr>
        <p:txBody>
          <a:bodyPr wrap="square">
            <a:spAutoFit/>
          </a:bodyPr>
          <a:lstStyle/>
          <a:p>
            <a:pPr marL="342900" lvl="0" indent="-342900">
              <a:buFont typeface="Arial" panose="020B0604020202020204" pitchFamily="34" charset="0"/>
              <a:buChar char="•"/>
            </a:pPr>
            <a:r>
              <a:rPr lang="en-IN" sz="1500" b="1" dirty="0"/>
              <a:t>Crop Yield Prediction</a:t>
            </a:r>
            <a:r>
              <a:rPr lang="en-IN" sz="1500" dirty="0"/>
              <a:t> – Machine learning can be used to predict future crop production based on historical data. </a:t>
            </a:r>
          </a:p>
          <a:p>
            <a:pPr marL="342900" lvl="0" indent="-342900">
              <a:buFont typeface="Arial" panose="020B0604020202020204" pitchFamily="34" charset="0"/>
              <a:buChar char="•"/>
            </a:pPr>
            <a:r>
              <a:rPr lang="en-IN" sz="1500" b="1" dirty="0"/>
              <a:t>Weather Integration</a:t>
            </a:r>
            <a:r>
              <a:rPr lang="en-IN" sz="1500" dirty="0"/>
              <a:t> – Weather data such as rainfall, temperature, and humidity can be included to improve the analysis. </a:t>
            </a:r>
          </a:p>
          <a:p>
            <a:pPr marL="342900" lvl="0" indent="-342900">
              <a:buFont typeface="Arial" panose="020B0604020202020204" pitchFamily="34" charset="0"/>
              <a:buChar char="•"/>
            </a:pPr>
            <a:r>
              <a:rPr lang="en-IN" sz="1500" b="1" dirty="0"/>
              <a:t>Real-Time Data Analysis</a:t>
            </a:r>
            <a:r>
              <a:rPr lang="en-IN" sz="1500" dirty="0"/>
              <a:t> – Real-time agricultural and weather data can be used to monitor crop performance continuously. </a:t>
            </a:r>
          </a:p>
          <a:p>
            <a:pPr marL="342900" lvl="0" indent="-342900">
              <a:buFont typeface="Arial" panose="020B0604020202020204" pitchFamily="34" charset="0"/>
              <a:buChar char="•"/>
            </a:pPr>
            <a:r>
              <a:rPr lang="en-IN" sz="1500" b="1" dirty="0"/>
              <a:t>Crop Recommendation</a:t>
            </a:r>
            <a:r>
              <a:rPr lang="en-IN" sz="1500" dirty="0"/>
              <a:t> – The system can recommend suitable crops for a particular season based on historical performance and environmental conditions. </a:t>
            </a:r>
          </a:p>
          <a:p>
            <a:pPr marL="342900" lvl="0" indent="-342900">
              <a:buFont typeface="Arial" panose="020B0604020202020204" pitchFamily="34" charset="0"/>
              <a:buChar char="•"/>
            </a:pPr>
            <a:r>
              <a:rPr lang="en-IN" sz="1500" b="1" dirty="0"/>
              <a:t>Interactive Dashboard</a:t>
            </a:r>
            <a:r>
              <a:rPr lang="en-IN" sz="1500" dirty="0"/>
              <a:t> – A Power BI or </a:t>
            </a:r>
            <a:r>
              <a:rPr lang="en-IN" sz="1500" dirty="0" err="1"/>
              <a:t>Streamlit</a:t>
            </a:r>
            <a:r>
              <a:rPr lang="en-IN" sz="1500" dirty="0"/>
              <a:t> dashboard can be developed for easier visualization and decision-making. </a:t>
            </a:r>
          </a:p>
          <a:p>
            <a:pPr marL="342900" lvl="0" indent="-342900">
              <a:buFont typeface="Arial" panose="020B0604020202020204" pitchFamily="34" charset="0"/>
              <a:buChar char="•"/>
            </a:pPr>
            <a:r>
              <a:rPr lang="en-IN" sz="1500" b="1" dirty="0"/>
              <a:t>Soil Data Integration</a:t>
            </a:r>
            <a:r>
              <a:rPr lang="en-IN" sz="1500" dirty="0"/>
              <a:t> – Soil type, moisture, and nutrient information can be added to understand their effect on crop productivity. </a:t>
            </a:r>
          </a:p>
          <a:p>
            <a:pPr marL="342900" lvl="0" indent="-342900">
              <a:buFont typeface="Arial" panose="020B0604020202020204" pitchFamily="34" charset="0"/>
              <a:buChar char="•"/>
            </a:pPr>
            <a:r>
              <a:rPr lang="en-IN" sz="1500" b="1" dirty="0"/>
              <a:t>AI-Based Decision Support</a:t>
            </a:r>
            <a:r>
              <a:rPr lang="en-IN" sz="1500" dirty="0"/>
              <a:t> – Artificial intelligence can provide data-driven suggestions for improving agricultural productivity. </a:t>
            </a:r>
          </a:p>
          <a:p>
            <a:pPr marL="342900" lvl="0" indent="-342900">
              <a:buFont typeface="Arial" panose="020B0604020202020204" pitchFamily="34" charset="0"/>
              <a:buChar char="•"/>
            </a:pPr>
            <a:r>
              <a:rPr lang="en-IN" sz="1500" b="1" dirty="0"/>
              <a:t>Mobile Application</a:t>
            </a:r>
            <a:r>
              <a:rPr lang="en-IN" sz="1500" dirty="0"/>
              <a:t> – The project can be extended into a mobile app so farmers can easily access seasonal agricultural insights.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https://github.com/panksssssss/Seasional-Agriculture-performamnce-analysis-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4A8651B-0EB5-F3DA-8796-B8696AB62E94}"/>
              </a:ext>
            </a:extLst>
          </p:cNvPr>
          <p:cNvPicPr>
            <a:picLocks noChangeAspect="1"/>
          </p:cNvPicPr>
          <p:nvPr/>
        </p:nvPicPr>
        <p:blipFill>
          <a:blip r:embed="rId3"/>
          <a:stretch>
            <a:fillRect/>
          </a:stretch>
        </p:blipFill>
        <p:spPr>
          <a:xfrm>
            <a:off x="680203" y="1428150"/>
            <a:ext cx="6950042" cy="495342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r>
              <a:rPr lang="en-US" dirty="0"/>
              <a:t>Pankaj Sharma</a:t>
            </a:r>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1388</TotalTime>
  <Words>667</Words>
  <Application>Microsoft Office PowerPoint</Application>
  <PresentationFormat>Widescreen</PresentationFormat>
  <Paragraphs>55</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vt:lpstr>
      <vt:lpstr>PROBLEM  STATEMENT</vt:lpstr>
      <vt:lpstr>Project Description  Agricultural Seasonal Performance Analysis is a data analysis project designed to study and evaluate agricultural production across different seasons. The project uses agricultural data such as  type, season, cultivated area, production, and other relevant factors to identify seasonal patterns and variations in crop performance.  The data is cleaned and analyzed using Python, Pandas, NumPy, Matplotlib, and Seaborn. Exploratory Data Analysis (EDA) is performed to understand the relationship between cultivated area and production and to compare agricultural performance across different seasons.  The main objective of the project is to provide a clear understanding of seasonal agricultural performance and support better decision-making for crop planning, resource management, and productivity improvement.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PANKAJ SHARMA</cp:lastModifiedBy>
  <cp:revision>99</cp:revision>
  <dcterms:created xsi:type="dcterms:W3CDTF">2021-07-11T13:13:15Z</dcterms:created>
  <dcterms:modified xsi:type="dcterms:W3CDTF">2026-09-08T12:44:54Z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